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0284C7"/>
                </a:solidFill>
              </a:defRPr>
            </a:pPr>
            <a:r>
              <a:t>💊 MedRx Platform</a:t>
            </a:r>
          </a:p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Agentic AI Closed-Loop Prescription Management, Medication Safety &amp; Audit Network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 Multi-Agent Clinical Decision Support System with Dual-Credential Verification &amp; Immutable Audit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84C7"/>
                </a:solidFill>
              </a:defRPr>
            </a:pPr>
            <a:r>
              <a:t>Team Lead: Engr. Zumair Ali  |  Riphah International University &amp; PEL &amp; NED UET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Project Core Team &amp; Engineering Lead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umair_ali_avatar_17893228126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2024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8404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Engr. Zumair Ali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Team Lead &amp; Systems Architect</a:t>
            </a:r>
          </a:p>
          <a:p>
            <a:pPr algn="ctr">
              <a:defRPr sz="950" b="1">
                <a:solidFill>
                  <a:srgbClr val="1E293B"/>
                </a:solidFill>
              </a:defRPr>
            </a:pPr>
            <a:r>
              <a:t>• Lecturer BME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Riphah International University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_zahid_avatar_17893228281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20240"/>
            <a:ext cx="182880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11880" y="38404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Dr. Muhammad Zahid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Clinical Domain Specialist</a:t>
            </a:r>
          </a:p>
          <a:p>
            <a:pPr algn="ctr">
              <a:defRPr sz="950" b="1">
                <a:solidFill>
                  <a:srgbClr val="1E293B"/>
                </a:solidFill>
              </a:defRPr>
            </a:pPr>
            <a:r>
              <a:t>• Associate Professor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Riphah International University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ufeez_ilyas_avatar_17893228450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20240"/>
            <a:ext cx="182880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5080" y="38404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Engr. Mufeez Ilyas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Backend &amp; AI Engineer</a:t>
            </a:r>
          </a:p>
          <a:p>
            <a:pPr algn="ctr">
              <a:defRPr sz="950" b="1">
                <a:solidFill>
                  <a:srgbClr val="1E293B"/>
                </a:solidFill>
              </a:defRPr>
            </a:pPr>
            <a:r>
              <a:t>• Design Engineer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PEL (Pak Elektron Limited)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msha_fatima_avatar_17893228612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0" y="1920240"/>
            <a:ext cx="1828800" cy="1828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098280" y="384048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Ramsha Fatima</a:t>
            </a:r>
          </a:p>
          <a:p>
            <a:pPr algn="ctr"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QA &amp; Security Analyst</a:t>
            </a:r>
          </a:p>
          <a:p>
            <a:pPr algn="ctr">
              <a:defRPr sz="950" b="1">
                <a:solidFill>
                  <a:srgbClr val="1E293B"/>
                </a:solidFill>
              </a:defRPr>
            </a:pPr>
            <a:r>
              <a:t>• BS Physics Student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NED University (NED UET)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Critical Healthcare Failure Points Addressed by MedRx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🚨 Preventable Adverse Drug Events (ADEs)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Legacy paper &amp; unintegrated EHR systems lack real-time allergen cross-checks. Clinicians miss penicillin/sulfa allergies or severe drug-drug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🔓 Pharmacy Fraud &amp; Over-Dispensing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Single-factor patient lookup allows unauthorized prescription pickups. Outpatient pharmacies lack remaining-quantity tracking across partial refills.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⏳ Stockout Delays &amp; Unregulated Substitutions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Medication stockouts cause critical treatment delays. Informal generic substitutions occur without standardized bioequivalence scoring or doctor consent.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⚖️ Audit Non-Compliance &amp; Black-Box AI Risks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Standard hospital software uses mutable tables vulnerable to tampering. Commercial AI tools lack step-by-step clinical audit logging required by HIPAA.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Closed-Loop AI Architecture &amp; Dual-Credential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284C7"/>
                </a:solidFill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4-Agent AI Ecosystem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Prescription Verification, Medication Safety, Alternative Medicine, and Audit Anomaly Agents working in synergy with deterministic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284C7"/>
                </a:solidFill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Dual-Credential Security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Unlocking prescriptions requires Prescription ID + 4-digit PIN. Public QR verification discloses ZERO Patient Health Information (PHI).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284C7"/>
                </a:solidFill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Human-in-the-Loop Approval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Pharmacist out-of-stock alternatives are scored (0-100%) and routed to the prescribing doctor. No substitution occurs without explicit sign-off.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920240"/>
            <a:ext cx="2148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284C7"/>
                </a:solidFill>
              </a:defRPr>
            </a:pPr>
            <a:r>
              <a:t>04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Immutable Audit Trail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Append-only log architecture redacting secrets metadata (`sanitize_audit_metadata`). Complete compliance with GxP &amp; HIPAA audit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AI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Multi-Agent AI Decision Support &amp; Safety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2062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Agent 1: Verification Agent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Evaluates dosage units, strength values, and administration route appropriateness upon order submission.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42062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Agent 2: Medication Safety Agent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Cross-references patient allergen arrays (Penicillin, Sulfa) &amp; chronic diseases against active ingredients.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2062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Agent 3: Alternative Medicine Agent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Scores bioequivalence (0-100%) for stockouts and structures substitution rationale for physician approval.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14600" cy="420624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194560"/>
            <a:ext cx="2240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Agent 4: Anomaly Detection Agent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Scans append-only logs for failed PIN spikes, abnormal dispensing velocity, and unauthorized access attempts.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CLINICAL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Prescribe → Verify → Dispense → Approve → Audit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1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Doctor Prescribes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Doctor completes Encounter Studio (vitals, ICD-10) and issues prescription with 4-digit PIN.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031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2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AI Safety Scan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Verification &amp; Safety Agents evaluate dosing &amp; allergen overlap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3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Pharmacy Dispensing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Pharmacist unlocks Rx via ID + PIN. Dispensing Guard locks remaining quantity.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03120"/>
            <a:ext cx="2148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284C7"/>
                </a:solidFill>
              </a:defRPr>
            </a:pPr>
            <a:r>
              <a:t>STEP 4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Doctor Approval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Stockouts trigger Alternative Agent. Doctor approves substitution in Inbox (v1 -&gt; v2).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KEY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Architectural Integrity &amp; Advanced Engineering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Single-Increment Versioning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Approved doctor substitutions increment prescription version (v1 -&gt; v2) while leaving original records intact for audit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Fallback Doctor Routing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If prescribing doctor is inactive/suspended, requests route automatically to hospital on-call doctors or administrative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Duplicate Submission Protection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5-minute short-window duplicate warning banner and unique submission tokens (`submission_token`) prevent double-issuance.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SQLite WAL Mode Concurrency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Configured Write-Ahead Logging (`PRAGMA journal_mode=WAL; PRAGMA busy_timeout=5000;`) for high-concurrency database safety.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Cryptographic Protections &amp; HIPAA-Aligned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🔒 Zero-PHI QR Verification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QR code contains ONLY an opaque URL string (`https://medrx.health/verify?token=...`). Zero patient names, DOBs, CNICs, or diagnoses are embedded in the QR.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🔑 Constant-Time Comparison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Uses `hmac.compare_digest` for security PIN and password verification, rendering timing attack vulnerabilities impossible.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🛡️ SHA-256 &amp; PBKDF2 Hashing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Verification tokens and 4-digit PINs are stored as SHA-256 / PBKDF2 cryptographic hashes. Zero plaintext PINs stored in the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📜 Secret Redaction in Audit Logs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Audit logging engine automatically sanitizes passwords, PINs, and API keys (`sanitize_audit_metadata`) prior to log creation.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EVIDENCES &amp; QA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100% Automated Test Suite Verification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0596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 98 / 98 AUTOMATED TESTS PASSED (0 FAILURES, 0 ERRORS)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Full system regression suite executed cleanly across all 5 test modules (`run_all_tests.py`)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728655" cy="594360"/>
          </a:xfrm>
          <a:prstGeom prst="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test_app.py  |  Core DB, RBAC, Encounters, Prescriptions &amp; PDF Generation  ---&gt;  40 / 40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11880"/>
            <a:ext cx="10728655" cy="5943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test_phase7.py  |  Substitution Approval Engine &amp; Fallback Doctor Routing  ---&gt;  7 / 7 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97680"/>
            <a:ext cx="10728655" cy="594360"/>
          </a:xfrm>
          <a:prstGeom prst="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test_phase8.py  |  System Audit Logging &amp; Anomaly Detection Rules A-F  ---&gt;  15 / 15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83480"/>
            <a:ext cx="10728655" cy="5943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test_phase9.py  |  QR Verification, Security Hardening &amp; Zero-PHI Audit  ---&gt;  16 / 16 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FFFFF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15000"/>
            <a:ext cx="1036289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• test_phase10.py  |  Version Idempotency, Concurrency &amp; UI Credentials Handover  ---&gt;  20 / 20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0284C7"/>
                </a:solidFill>
              </a:defRPr>
            </a:pPr>
            <a:r>
              <a:t>Thank You!</a:t>
            </a:r>
          </a:p>
          <a:p>
            <a:pPr>
              <a:spcAft>
                <a:spcPts val="2400"/>
              </a:spcAft>
              <a:defRPr sz="1800" b="1">
                <a:solidFill>
                  <a:srgbClr val="FFFFFF"/>
                </a:solidFill>
              </a:defRPr>
            </a:pPr>
            <a:r>
              <a:t>MedRx provides a zero-compromise platform for prescription safety, multi-agent AI verification, and regulatory compliance.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Live Streamlit Cloud URL: https://medrx.streamlit.app</a:t>
            </a:r>
            <a:br/>
            <a:r>
              <a:t>GitHub Source Repository: https://github.com/YOUR_USERNAME/medrx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